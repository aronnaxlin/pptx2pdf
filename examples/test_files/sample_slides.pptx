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9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PPTX批量转换演示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LibreOffice与在线工具对比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2026年3月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90E2"/>
                </a:solidFill>
              </a:rPr>
              <a:t>转换工具对比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A745"/>
                </a:solidFill>
              </a:rPr>
              <a:t>LibreOffice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免费开源\r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跨平台支持\r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批量转换\r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转换质量高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</a:rPr>
              <a:t>在线工具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0" y="25603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无需安装\r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需要网络\r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文件大小限制\r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隐私考虑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</a:rPr>
              <a:t>使用步骤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" cy="731520"/>
          </a:xfrm>
          <a:prstGeom prst="rect">
            <a:avLst/>
          </a:prstGeom>
          <a:solidFill>
            <a:srgbClr val="2196F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1828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安装LibreOffice或选择在线工具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" cy="731520"/>
          </a:xfrm>
          <a:prstGeom prst="rect">
            <a:avLst/>
          </a:prstGeom>
          <a:solidFill>
            <a:srgbClr val="9C27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运行批量转换脚本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" cy="731520"/>
          </a:xfrm>
          <a:prstGeom prst="rect">
            <a:avLst/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获得PDF文件并检查结果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PPTX转换测试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批量转换示例演示</dc:title>
  <dc:subject>PptxGenJS Presentation</dc:subject>
  <dc:creator>Alma AI</dc:creator>
  <cp:lastModifiedBy>Alma AI</cp:lastModifiedBy>
  <cp:revision>1</cp:revision>
  <dcterms:created xsi:type="dcterms:W3CDTF">2026-03-07T09:28:52Z</dcterms:created>
  <dcterms:modified xsi:type="dcterms:W3CDTF">2026-03-07T09:28:52Z</dcterms:modified>
</cp:coreProperties>
</file>